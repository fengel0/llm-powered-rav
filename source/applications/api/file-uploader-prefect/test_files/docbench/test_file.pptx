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F98211-4F11-F95C-048F-3A5624A916E2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237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8483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702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0FEC3-3493-215B-800E-7F451E0A116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261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452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70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C0D58-C72F-8859-CB37-B4F9C833864D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Presentation start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7329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Folien titel</a:t>
            </a:r>
            <a:endParaRPr/>
          </a:p>
        </p:txBody>
      </p:sp>
      <p:sp>
        <p:nvSpPr>
          <p:cNvPr id="2709622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1846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Folien titel</a:t>
            </a:r>
            <a:endParaRPr/>
          </a:p>
        </p:txBody>
      </p:sp>
      <p:sp>
        <p:nvSpPr>
          <p:cNvPr id="20449619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2724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Folien titel</a:t>
            </a:r>
            <a:endParaRPr/>
          </a:p>
        </p:txBody>
      </p:sp>
      <p:sp>
        <p:nvSpPr>
          <p:cNvPr id="2744706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ONLYOFFICE/8.3.0.97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2025-06-15T17:08:51Z</dcterms:modified>
</cp:coreProperties>
</file>